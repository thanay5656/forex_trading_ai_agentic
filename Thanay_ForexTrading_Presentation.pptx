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FINANCE  |  FX MARKETS  |  RISK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Forex Trading Signal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&amp; Risk Analytics Platform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Koduri Thanay Chowdary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University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Zetheta Algorithms Private Limited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46888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333756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944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Performance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420624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(VaR/CVaR)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8872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Case Studies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5074920"/>
            <a:ext cx="502920" cy="502920"/>
          </a:xfrm>
          <a:prstGeom prst="ellipse">
            <a:avLst/>
          </a:prstGeom>
          <a:solidFill>
            <a:srgbClr val="F7F8FC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Conclusion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trades · 500 EUR/USD candles · 1,000 Monte Carlo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44546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47088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73736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44546A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847088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Factor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44546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847088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056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44546A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847088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₹1,915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PnL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44546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1847088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-₹165.9K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2104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95%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49840" y="173736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44546A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41280" y="1847088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-₹198.2K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24128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95%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57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Marginal, not decisive, profitability. ML-driven strategies (Random Forest, XGBoost) meaningfully outperformed rule-based approaches, while USD/JPY exposure drove the largest single-pair losses.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21208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 an honest, cross-validated analytical process — including a lookahead-bias correction in the ML pipeline, a signal-threshold miscalibration caught during EDA, and an Excel validation workflow independently verified against the source notebook.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
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FX Quantitative Strategist at a proprietary trading desk, tasked with building an AI-driven signal platform amid central bank policy divergence across the Fed, ECB, BOJ, and RBI.
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
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FX market trades $7.5T+ daily. Manual signal generation cannot keep pace with millisecond-scale market microstructure shifts — motivating a systematic, AI-assisted approach.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766560" y="137160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</a:rPr>
              <a:t>PLATFORM COMPONENTS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0" y="21031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Technical Analysis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28803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ML Signal Classification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36576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Monte Carlo Risk Simulation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44348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Power BI Governance Dashboard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52120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Excel Cross-Validation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Datasets, One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44546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EUR/USD Candles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price data, Jan 2023, engineered with SMA/EMA/RSI/MACD/Bollinger Bands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06240" y="155448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44546A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Trades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36576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strategies (MA_Cross, MACD_Trend, RSI_Reversal, ML_RF, ML_XGB, RL_PPO) across 5 currency pairs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0" y="155448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44546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3816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Scenarios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36576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shift, volatility shock, and correlation shock simulations for VaR/CVaR estimation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Indicator Suite</a:t>
            </a:r>
            <a:endParaRPr lang="en-US" sz="3200" dirty="0"/>
          </a:p>
        </p:txBody>
      </p:sp>
      <p:pic>
        <p:nvPicPr>
          <p:cNvPr id="4" name="Image 0" descr="images/R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845" y="1417320"/>
            <a:ext cx="3881669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RSI(14) — momentum</a:t>
            </a:r>
            <a:endParaRPr lang="en-US" sz="1100" dirty="0"/>
          </a:p>
        </p:txBody>
      </p:sp>
      <p:pic>
        <p:nvPicPr>
          <p:cNvPr id="6" name="Image 1" descr="images/MA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586" y="1417320"/>
            <a:ext cx="3442987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3504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MACD(12,26,9) — trend</a:t>
            </a:r>
            <a:endParaRPr lang="en-US" sz="1100" dirty="0"/>
          </a:p>
        </p:txBody>
      </p:sp>
      <p:pic>
        <p:nvPicPr>
          <p:cNvPr id="8" name="Image 2" descr="images/Bollinger_Ban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601" y="3977640"/>
            <a:ext cx="3336158" cy="1737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5852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Bollinger Bands — volatility</a:t>
            </a:r>
            <a:endParaRPr lang="en-US" sz="1100" dirty="0"/>
          </a:p>
        </p:txBody>
      </p:sp>
      <p:pic>
        <p:nvPicPr>
          <p:cNvPr id="10" name="Image 3" descr="images/E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688" y="3977640"/>
            <a:ext cx="3368783" cy="1737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35040" y="5852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EMA(10/20) — trend direction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Signal Output</a:t>
            </a:r>
            <a:endParaRPr lang="en-US" sz="3200" dirty="0"/>
          </a:p>
        </p:txBody>
      </p:sp>
      <p:pic>
        <p:nvPicPr>
          <p:cNvPr id="4" name="Image 0" descr="images/Sign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754880" cy="3755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554480"/>
            <a:ext cx="58521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⚠  DATA QUALITY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22402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run classified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all ~470 candles as HOLD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zero BUY/SELL signals were produced.
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scoring threshold was set too conservatively relative to observed indicator scores.
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rebuilt engine with threshold 0.15–0.40 produced a usable distribution — 250 HOLD, 112 STRONG_BUY, 55 BUY, 34 SELL, 30 STRONG_SELL.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Classification: An Honest Result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DEE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model predicted trade outcomes using ExitPrice/HoldingDays — fields only known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trade closes (lookahead bias). Rebuilt to predict next-candle direction using only indicators known in advance, with a chronological train/test split.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3241853"/>
            <a:ext cx="3291840" cy="2335987"/>
          </a:xfrm>
          <a:prstGeom prst="roundRect">
            <a:avLst>
              <a:gd name="adj" fmla="val 2349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4653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47.9%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983382"/>
            <a:ext cx="3291840" cy="2594458"/>
          </a:xfrm>
          <a:prstGeom prst="roundRect">
            <a:avLst>
              <a:gd name="adj" fmla="val 211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52618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53.2%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34840" y="5669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XGBoost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3085795"/>
            <a:ext cx="3291840" cy="2492045"/>
          </a:xfrm>
          <a:prstGeom prst="roundRect">
            <a:avLst>
              <a:gd name="adj" fmla="val 2202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62859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51.1%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046720" y="5669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Neural Network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139440"/>
            <a:ext cx="1005840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326880" y="2819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0011"/>
                </a:solidFill>
              </a:rPr>
              <a:t>50% — random-guess baseline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None of the three models meaningfully beats a coin flip — price-based indicators alone carry limited predictive power for the immediate next candle on this sample.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Winners &amp; Losers by Strategy</a:t>
            </a:r>
            <a:endParaRPr lang="en-US" sz="3200" dirty="0"/>
          </a:p>
        </p:txBody>
      </p:sp>
      <p:pic>
        <p:nvPicPr>
          <p:cNvPr id="4" name="Image 0" descr="images/Profit_By_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120640" cy="434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ML_RF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23544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+₹11,051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0936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ML_XGB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3544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+₹9,690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MA_Cross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23544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+₹4,217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RL_PPO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2354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-₹1,767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0936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RSI_Reversal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23544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-₹1,880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09360" y="4069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MACD_Trend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3544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-₹5,934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0936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Composite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23544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-₹13,462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5212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ML-driven strategies dominate; the rule-based Composite engine is the single weakest performer.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by Currency Pair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64592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Pair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Trades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Win Rate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 PnL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USD/INR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28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50.0%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</a:rPr>
                        <a:t>+₹4,720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GBP/USD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71.9%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</a:rPr>
                        <a:t>+₹4,511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AUD/USD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31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51.6%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</a:rPr>
                        <a:t>+₹29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EUR/USD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57.6%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</a:rPr>
                        <a:t>-₹75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USD/JPY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46.2%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</a:rPr>
                        <a:t>-₹7,270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5448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DEEEE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</a:rPr>
              <a:t>RISK CONCENTRATION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19456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USD/JPY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weakest pair — lowest win rate (46.2%) AND largest loss (-₹7,270).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pair carries elevated exposure to Bank of Japan policy shifts (see Case Study, Slide 12).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pic>
        <p:nvPicPr>
          <p:cNvPr id="4" name="Image 0" descr="images/Overview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394960" cy="3036657"/>
          </a:xfrm>
          <a:prstGeom prst="rect">
            <a:avLst/>
          </a:prstGeom>
        </p:spPr>
      </p:pic>
      <p:pic>
        <p:nvPicPr>
          <p:cNvPr id="5" name="Image 1" descr="images/Trade_Performance_An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0095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636857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Overview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17920" y="4609769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Trade Performance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Value-at-Risk &amp; Conditional VaR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2730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₹4.87K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Expected PnL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27306E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-₹165.9K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VaR 95%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27306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-₹198.2K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CVaR 95%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-₹269.8K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Worst Case</a:t>
            </a:r>
            <a:endParaRPr lang="en-US" sz="1200" dirty="0"/>
          </a:p>
        </p:txBody>
      </p:sp>
      <p:pic>
        <p:nvPicPr>
          <p:cNvPr id="16" name="Image 0" descr="images/Monte_Carlo_Analysi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0247" y="3794760"/>
            <a:ext cx="5208457" cy="2834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from Real FX Shocks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</a:rPr>
              <a:t>USD/JPY Carry Unwind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</a:rPr>
              <a:t>BOJ rate hike triggered the sharpest carry unwind since 1998. Trend signals were caught flat-footed — mirrors this project's USD/JPY losses.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828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17720" y="2606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</a:rPr>
              <a:t>GBP Flash Crash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</a:rPr>
              <a:t>6% drop in 2 minutes on thin liquidity. Lesson: technical signals need session-aware liquidity filters.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7F8FC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828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412480" y="2606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</a:rPr>
              <a:t>EUR/CHF Floor Removal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5204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</a:rPr>
              <a:t>SNB's surprise policy reversal caused a 30% move in minutes — unforecastable from price data alone.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" cy="109728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35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Small sample: 150 trades / 500 candles limits statistical robustness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109728" cy="109728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Continuous price history exists only for EUR/USD, not the other 4 pairs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26664"/>
            <a:ext cx="109728" cy="109728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620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Signal threshold proved highly sensitive — one config produced zero actionable signals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109728" cy="109728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753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Corrected ML classifiers show near-random next-candle accuracy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53128"/>
            <a:ext cx="109728" cy="109728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88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No slippage/spread modelling beyond flat commission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09728" cy="109728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017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Monte Carlo shocks are parametric, not calibrated to a specific historical stress event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Rigorous, Honest Pipeline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profitability (56% win rate, 1.03 profit factor) rather than a decisive edge — reported honestly rather than overstated.
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methodological issues were found and fixed along the way: lookahead bias in ML, an over-conservative signal threshold, and a circular Excel validation.
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next steps: favor ML_RF/ML_XGB-style approaches over rule-based composites, and re-examine USD/JPY exposure.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62356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Koduri Thanay Chowdary  ·  Andhra University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1C5"/>
                </a:solidFill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2026-07-19T10:59:50Z</dcterms:created>
  <dcterms:modified xsi:type="dcterms:W3CDTF">2026-07-19T10:59:50Z</dcterms:modified>
</cp:coreProperties>
</file>